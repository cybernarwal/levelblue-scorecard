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mention the day rate here - push them for more scope in Q3.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here are a guesstimate - confirm before issue.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Chargeable extra if they ask for a retest.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990" name="Footer"/>
          <p:cNvSpPr txBox="1"/>
          <p:nvPr/>
        </p:nvSpPr>
        <p:spPr>
          <a:xfrm>
            <a:off x="274320" y="6309360"/>
            <a:ext cx="4114800" cy="274320"/>
          </a:xfrm>
          <a:prstGeom prst="rect">
            <a:avLst/>
          </a:prstGeom>
          <a:noFill/>
        </p:spPr>
        <p:txBody>
          <a:bodyPr wrap="none"/>
          <a:lstStyle/>
          <a:p>
            <a:r>
              <a:rPr lang="en-GB" sz="900"/>
              <a:t>Contoso Financial Services - Confidential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Assessment - Northwind Trading</a:t>
            </a:r>
          </a:p>
        </p:txBody>
      </p:sp>
      <p:sp>
        <p:nvSpPr>
          <p:cNvPr id="3" name="Content Placeholder 2"/>
          <p:cNvSpPr>
            <a:spLocks noGrp="1"/>
          </p:cNvSpPr>
          <p:nvPr>
            <p:ph idx="1"/>
          </p:nvPr>
        </p:nvSpPr>
        <p:spPr/>
        <p:txBody>
          <a:bodyPr/>
          <a:lstStyle/>
          <a:p>
            <a:r>
              <a:t>Prepared for Northwind Trading Ltd</a:t>
            </a:r>
          </a:p>
          <a:p>
            <a:r>
              <a:t>Engagement reference: TBC</a:t>
            </a:r>
          </a:p>
          <a:p>
            <a:r>
              <a:t>DEMO DRAFT - not a real deliverable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The organization was assessed against PCI DSS v3.2.1</a:t>
            </a:r>
          </a:p>
          <a:p>
            <a:r>
              <a:t>Overall posture is rated Medium with a CVSS score of 9.1</a:t>
            </a:r>
          </a:p>
          <a:p>
            <a:r>
              <a:t>MFA is not enforced for administrators</a:t>
            </a:r>
          </a:p>
          <a:p>
            <a:r>
              <a:t>Remediation is on-going and will be prioritized in Q4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Findings</a:t>
            </a:r>
          </a:p>
        </p:txBody>
      </p:sp>
      <p:sp>
        <p:nvSpPr>
          <p:cNvPr id="3" name="Content Placeholder 2"/>
          <p:cNvSpPr>
            <a:spLocks noGrp="1"/>
          </p:cNvSpPr>
          <p:nvPr>
            <p:ph idx="1"/>
          </p:nvPr>
        </p:nvSpPr>
        <p:spPr/>
        <p:txBody>
          <a:bodyPr/>
          <a:lstStyle/>
          <a:p>
            <a:r>
              <a:t>The whitelist was reviewed against Azure AD</a:t>
            </a:r>
          </a:p>
          <a:p>
            <a:r>
              <a:t>Log4J remains unpatched on three hosts</a:t>
            </a:r>
          </a:p>
          <a:p>
            <a:r>
              <a:t>Findings map to PCI DSS requirement 14.2</a:t>
            </a:r>
          </a:p>
          <a:p>
            <a:r>
              <a:t>Control AC-0 was cited as the access control baseline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It is important to note that in order to reduce risk, the organisation should very quickly implement multi factor authentication across all of the systems that are currently in scope for this particular engagement</a:t>
            </a:r>
          </a:p>
          <a:p>
            <a:r>
              <a:t>Review the e-mail gateway configuration</a:t>
            </a:r>
          </a:p>
          <a:p>
            <a:r>
              <a:t>Escalation paths are undocumented and should be defined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Assessment - DEMO DRAFT</dc:title>
  <dc:subject/>
  <dc:creator>Contoso Financial Services</dc:creator>
  <cp:keywords/>
  <dc:description>DEMO FILE - fictional client, planted faults</dc:description>
  <cp:lastModifiedBy>Steve Canny</cp:lastModifiedBy>
  <cp:revision>1</cp:revision>
  <dcterms:created xsi:type="dcterms:W3CDTF">2013-01-27T09:14:16Z</dcterms:created>
  <dcterms:modified xsi:type="dcterms:W3CDTF">2013-01-27T09:15:58Z</dcterms:modified>
  <cp:category/>
</cp:coreProperties>
</file>