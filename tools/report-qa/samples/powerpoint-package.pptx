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mention the day rate here - push them for more scope in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Assessment for Northwind Trading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the security team</a:t>
            </a:r>
          </a:p>
          <a:p>
            <a:r>
              <a:t>Scope is TBC</a:t>
            </a:r>
          </a:p>
          <a:p>
            <a:r>
              <a:t>Draft -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color of the risk chart needs work</a:t>
            </a:r>
          </a:p>
          <a:p>
            <a:r>
              <a:t>The whitelist was reviewed against Azure AD</a:t>
            </a:r>
          </a:p>
          <a:p>
            <a:r>
              <a:t>MFA is not enforced for administrators</a:t>
            </a:r>
          </a:p>
          <a:p>
            <a:r>
              <a:t>Log4J remains unpatched on three hosts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multi factor authentication</a:t>
            </a:r>
          </a:p>
          <a:p>
            <a:r>
              <a:t>It is important to note that in order to reduce risk the on-going work continues</a:t>
            </a:r>
          </a:p>
          <a:p>
            <a:r>
              <a:t>Review the e-mail gateway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