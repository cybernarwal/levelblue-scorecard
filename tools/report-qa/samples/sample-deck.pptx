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</p:presentation>
</file>

<file path=ppt/commentAuthors.xml><?xml version="1.0" encoding="utf-8"?>
<p:cmAuthorLst xmlns:p="http://schemas.openxmlformats.org/presentationml/2006/main">
  <p:cmAuthor id="1" name="A. Reviewer"/>
</p:cmAuthorLst>
</file>

<file path=ppt/_rels/presentation.xml.rels><?xml version="1.0" encoding="UTF-8" standalone="yes"?><Relationships xmlns="http://schemas.openxmlformats.org/package/2006/relationships"><Relationship Id="rId1" Target="slides/slide1.xml"/><Relationship Id="rId2" Target="slides/slide2.xml"/><Relationship Id="rId3" Target="slides/slide3.xml"/><Relationship Id="rId4" Target="slides/slide4.xml"/><Relationship Id="rId5" Target="slides/slide5.xml"/></Relationships>
</file>

<file path=ppt/comments/comment1.xml><?xml version="1.0" encoding="utf-8"?>
<p:cmLst xmlns:p="http://schemas.openxmlformats.org/presentationml/2006/main">
  <p:cm authorId="1" dt="2026-03-02T10:00:00Z" idx="1">
    <p:text>Is the CVSS score on slide 5 right?</p:text>
  </p:cm>
</p:cmLst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SpPr/>
          <p:nvPr>
            <p:ph type="body"/>
          </p:nvPr>
        </p:nvSpPr>
        <p:txBody>
          <a:bodyPr/>
          <a:p>
            <a:r>
              <a:t>Don't mention the day rate here - push them for more scope in Q3.</a:t>
            </a:r>
          </a:p>
          <a:p>
            <a:r>
              <a:t>The 14 critical findings number is a guesstimate, confirm before issue.</a:t>
            </a:r>
          </a:p>
        </p:txBody>
      </p:sp>
    </p:spTree>
  </p:cSld>
</p:note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SpPr/>
          <p:nvPr/>
        </p:nvSpPr>
        <p:txBody>
          <a:bodyPr/>
          <a:p>
            <a:r>
              <a:t>Contoso Financial Services - Confidential</a:t>
            </a:r>
          </a:p>
        </p:txBody>
      </p:sp>
      <p:sp>
        <p:nvSpPr>
          <p:nvSpPr/>
          <p:nvPr>
            <p:ph type="title"/>
          </p:nvPr>
        </p:nvSpPr>
        <p:txBody>
          <a:bodyPr/>
          <a:p>
            <a:r>
              <a:t>Click to edit Master title style</a:t>
            </a:r>
          </a:p>
        </p:txBody>
      </p:sp>
    </p:spTree>
  </p:cSld>
</p:sldLayout>
</file>

<file path=ppt/slides/_rels/slide2.xml.rels><?xml version="1.0" encoding="UTF-8" standalone="yes"?><Relationships xmlns="http://schemas.openxmlformats.org/package/2006/relationships"><Relationship Id="rId1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SpPr/>
          <p:nvPr>
            <p:ph type="ctrTitle"/>
          </p:nvPr>
        </p:nvSpPr>
        <p:txBody>
          <a:bodyPr/>
          <a:p>
            <a:r>
              <a:t>Cyber Security Posture Review</a:t>
            </a:r>
          </a:p>
        </p:txBody>
      </p:sp>
      <p:sp>
        <p:nvSpPr>
          <p:nvSpPr/>
          <p:nvPr>
            <p:ph type="subTitle"/>
          </p:nvPr>
        </p:nvSpPr>
        <p:txBody>
          <a:bodyPr/>
          <a:p>
            <a:r>
              <a:t>Prepared for Northwind Trading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SpPr/>
          <p:nvPr>
            <p:ph type="title"/>
          </p:nvPr>
        </p:nvSpPr>
        <p:txBody>
          <a:bodyPr/>
          <a:p>
            <a:r>
              <a:t>Executive Summary</a:t>
            </a:r>
          </a:p>
        </p:txBody>
      </p:sp>
      <p:sp>
        <p:nvSpPr>
          <p:nvSpPr/>
          <p:nvPr>
            <p:ph type="body"/>
          </p:nvPr>
        </p:nvSpPr>
        <p:txBody>
          <a:bodyPr/>
          <a:p>
            <a:r>
              <a:t>The assessment reviewed the organisation's security posture against the NIST Cybersecurity Framework v2 and identified a number of significant gaps across identity, detection and response capabilities that require attention.</a:t>
            </a:r>
          </a:p>
          <a:p>
            <a:r>
              <a:t>Privileged accounts are not protected by MFA</a:t>
            </a:r>
          </a:p>
          <a:p>
            <a:pPr lvl="1"/>
            <a:r>
              <a:t>Logging is not centralised</a:t>
            </a:r>
          </a:p>
          <a:p>
            <a:pPr lvl="2"/>
            <a:r>
              <a:t>No retention policy is defined</a:t>
            </a:r>
          </a:p>
          <a:p>
            <a:pPr lvl="3"/>
            <a:r>
              <a:t>Escalation paths are undocumented</a:t>
            </a:r>
          </a:p>
          <a:p>
            <a:r>
              <a:t>The organization should prioritize remediation</a:t>
            </a:r>
          </a:p>
          <a:p>
            <a:r>
              <a:t>Legacy SSL remains enabled on the perimeter</a:t>
            </a:r>
          </a:p>
          <a:p>
            <a:r>
              <a:t>Patching is performed on an ad-hoc basis</a:t>
            </a:r>
          </a:p>
          <a:p>
            <a:r>
              <a:t>There is no formal incident response plan</a:t>
            </a:r>
          </a:p>
          <a:p>
            <a:r>
              <a:t>Third party risk is not assessed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SpPr/>
          <p:nvPr/>
        </p:nvSpPr>
        <p:txBody>
          <a:bodyPr/>
          <a:p>
            <a:r>
              <a:t>Findings are summarised in the table below.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SpPr/>
          <p:nvPr>
            <p:ph type="title"/>
          </p:nvPr>
        </p:nvSpPr>
        <p:txBody>
          <a:bodyPr/>
          <a:p>
            <a:r>
              <a:t>Click to edit Master title style</a:t>
            </a:r>
          </a:p>
        </p:txBody>
      </p:sp>
      <p:sp>
        <p:nvSpPr>
          <p:nvSpPr/>
          <p:nvPr>
            <p:ph type="body"/>
          </p:nvPr>
        </p:nvSpPr>
        <p:txBody>
          <a:bodyPr/>
          <a:p>
            <a:r>
              <a:t>Recommendations to follow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nvSpPr/>
          <p:nvPr>
            <p:ph type="title"/>
          </p:nvPr>
        </p:nvSpPr>
        <p:txBody>
          <a:bodyPr/>
          <a:p>
            <a:r>
              <a:t>Executive Summary</a:t>
            </a:r>
          </a:p>
        </p:txBody>
      </p:sp>
      <p:graphicFrame>
        <p:nvGraphicFramePr/>
        <a:graphic>
          <a:graphicData>
            <a:tbl>
              <a:tr>
                <a:tc>
                  <a:txBody>
                    <a:bodyPr/>
                    <a:p>
                      <a:r>
                        <a:t>Ref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Finding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Severity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t>F-01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No MFA on admin accounts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Critical</a:t>
                      </a:r>
                    </a:p>
                  </a:txBody>
                </a:tc>
              </a:tr>
              <a:tr>
                <a:tc>
                  <a:txBody>
                    <a:bodyPr/>
                    <a:p>
                      <a:r>
                        <a:t>F-02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Legacy TLS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High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Contoso Financial Services - Board Pack</dc:title>
  <dc:creator>J. Consultant</dc:creator>
  <cp:revision>7</cp:revision>
</cp:coreProperties>
</file>